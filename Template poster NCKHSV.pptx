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21374100" cy="302768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itchFamily="2" charset="77"/>
      <p:regular r:id="rId8"/>
      <p:bold r:id="rId9"/>
      <p:italic r:id="rId10"/>
      <p:boldItalic r:id="rId11"/>
    </p:embeddedFont>
    <p:embeddedFont>
      <p:font typeface="Montserrat Light" panose="020F0302020204030204" pitchFamily="34" charset="0"/>
      <p:regular r:id="rId12"/>
      <p:bold r:id="rId13"/>
      <p:italic r:id="rId14"/>
      <p:boldItalic r:id="rId15"/>
    </p:embeddedFont>
    <p:embeddedFont>
      <p:font typeface="Montserrat SemiBold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79OljXeFdIvBKvLHKQHG3djUW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4567CD-824D-4FBB-9696-82BEE4D623AA}">
  <a:tblStyle styleId="{E84567CD-824D-4FBB-9696-82BEE4D623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>
        <p:scale>
          <a:sx n="45" d="100"/>
          <a:sy n="45" d="100"/>
        </p:scale>
        <p:origin x="2296" y="144"/>
      </p:cViewPr>
      <p:guideLst>
        <p:guide orient="horz" pos="21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9975" y="1143000"/>
            <a:ext cx="2178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3691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A553158B-8B81-534C-2B10-181637E5FB70}"/>
              </a:ext>
            </a:extLst>
          </p:cNvPr>
          <p:cNvSpPr txBox="1"/>
          <p:nvPr/>
        </p:nvSpPr>
        <p:spPr>
          <a:xfrm>
            <a:off x="1223390" y="851962"/>
            <a:ext cx="11786028" cy="90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NGHIÊN CỨU KHOA HỌC SINH VIÊN</a:t>
            </a:r>
            <a:endParaRPr sz="48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90;p1">
            <a:extLst>
              <a:ext uri="{FF2B5EF4-FFF2-40B4-BE49-F238E27FC236}">
                <a16:creationId xmlns:a16="http://schemas.microsoft.com/office/drawing/2014/main" id="{88657C30-9F12-6A6F-5A04-545F20F1C312}"/>
              </a:ext>
            </a:extLst>
          </p:cNvPr>
          <p:cNvSpPr txBox="1"/>
          <p:nvPr/>
        </p:nvSpPr>
        <p:spPr>
          <a:xfrm>
            <a:off x="1223390" y="2742225"/>
            <a:ext cx="15167700" cy="90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0" u="none" strike="noStrike" cap="none" dirty="0" err="1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Đề</a:t>
            </a:r>
            <a:r>
              <a:rPr lang="en-US" sz="5400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5400" i="0" u="none" strike="noStrike" cap="none" dirty="0" err="1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tài</a:t>
            </a:r>
            <a:endParaRPr sz="540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91;p1">
            <a:extLst>
              <a:ext uri="{FF2B5EF4-FFF2-40B4-BE49-F238E27FC236}">
                <a16:creationId xmlns:a16="http://schemas.microsoft.com/office/drawing/2014/main" id="{54D6BB4B-1B9A-3B84-CF9D-12DFAE13E2E2}"/>
              </a:ext>
            </a:extLst>
          </p:cNvPr>
          <p:cNvSpPr txBox="1"/>
          <p:nvPr/>
        </p:nvSpPr>
        <p:spPr>
          <a:xfrm>
            <a:off x="1179847" y="4048509"/>
            <a:ext cx="15167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1" u="none" strike="noStrike" cap="none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SVTH: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i="1" baseline="30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 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</a:t>
            </a:r>
            <a:endParaRPr dirty="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GVHD:</a:t>
            </a:r>
            <a:r>
              <a:rPr lang="en-US" sz="4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	</a:t>
            </a:r>
            <a:r>
              <a:rPr lang="en-US" sz="4000" baseline="30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*</a:t>
            </a:r>
            <a:r>
              <a:rPr lang="en-US" sz="4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4000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92;p1">
            <a:extLst>
              <a:ext uri="{FF2B5EF4-FFF2-40B4-BE49-F238E27FC236}">
                <a16:creationId xmlns:a16="http://schemas.microsoft.com/office/drawing/2014/main" id="{0A0BB486-BC87-1F9F-F5EF-DB7ADF3FDD24}"/>
              </a:ext>
            </a:extLst>
          </p:cNvPr>
          <p:cNvSpPr txBox="1"/>
          <p:nvPr/>
        </p:nvSpPr>
        <p:spPr>
          <a:xfrm>
            <a:off x="1179847" y="5496309"/>
            <a:ext cx="15704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baseline="30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 </a:t>
            </a:r>
            <a:r>
              <a:rPr lang="en-US" sz="28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Sinh</a:t>
            </a:r>
            <a:r>
              <a:rPr lang="en-US" sz="28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8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viên</a:t>
            </a:r>
            <a:r>
              <a:rPr lang="en-US" sz="28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8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ngành</a:t>
            </a:r>
            <a:endParaRPr sz="2800" i="1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* </a:t>
            </a:r>
            <a:r>
              <a:rPr lang="en-US" sz="28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Bộ</a:t>
            </a:r>
            <a:r>
              <a:rPr lang="en-US" sz="28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8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môn</a:t>
            </a:r>
            <a:endParaRPr sz="2800" i="1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" name="Google Shape;94;p1">
            <a:extLst>
              <a:ext uri="{FF2B5EF4-FFF2-40B4-BE49-F238E27FC236}">
                <a16:creationId xmlns:a16="http://schemas.microsoft.com/office/drawing/2014/main" id="{FB68FE31-1D89-43F8-F423-624798DE6AB0}"/>
              </a:ext>
            </a:extLst>
          </p:cNvPr>
          <p:cNvSpPr txBox="1"/>
          <p:nvPr/>
        </p:nvSpPr>
        <p:spPr>
          <a:xfrm>
            <a:off x="1223390" y="1721475"/>
            <a:ext cx="774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Khoa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Công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nghệ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200" i="1" dirty="0" err="1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Thông</a:t>
            </a:r>
            <a:r>
              <a:rPr lang="en-US" sz="3200" i="1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tin</a:t>
            </a:r>
            <a:endParaRPr sz="3200" i="1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" name="Google Shape;103;p1">
            <a:extLst>
              <a:ext uri="{FF2B5EF4-FFF2-40B4-BE49-F238E27FC236}">
                <a16:creationId xmlns:a16="http://schemas.microsoft.com/office/drawing/2014/main" id="{E860BDE5-847E-256D-9703-FE1A69F40AA2}"/>
              </a:ext>
            </a:extLst>
          </p:cNvPr>
          <p:cNvSpPr/>
          <p:nvPr/>
        </p:nvSpPr>
        <p:spPr>
          <a:xfrm>
            <a:off x="8815024" y="26591634"/>
            <a:ext cx="744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5;p1">
            <a:extLst>
              <a:ext uri="{FF2B5EF4-FFF2-40B4-BE49-F238E27FC236}">
                <a16:creationId xmlns:a16="http://schemas.microsoft.com/office/drawing/2014/main" id="{CA11F223-AB15-EC04-90C5-B529401102C0}"/>
              </a:ext>
            </a:extLst>
          </p:cNvPr>
          <p:cNvSpPr txBox="1"/>
          <p:nvPr/>
        </p:nvSpPr>
        <p:spPr>
          <a:xfrm>
            <a:off x="1651400" y="7654225"/>
            <a:ext cx="72696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GIỚI THIỆU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07;p1">
            <a:extLst>
              <a:ext uri="{FF2B5EF4-FFF2-40B4-BE49-F238E27FC236}">
                <a16:creationId xmlns:a16="http://schemas.microsoft.com/office/drawing/2014/main" id="{2A34DB16-929D-F576-5899-182D80CC1870}"/>
              </a:ext>
            </a:extLst>
          </p:cNvPr>
          <p:cNvSpPr txBox="1"/>
          <p:nvPr/>
        </p:nvSpPr>
        <p:spPr>
          <a:xfrm>
            <a:off x="1651400" y="12052450"/>
            <a:ext cx="180192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PHƯƠNG PHÁP THỰC HIỆN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10;p1">
            <a:extLst>
              <a:ext uri="{FF2B5EF4-FFF2-40B4-BE49-F238E27FC236}">
                <a16:creationId xmlns:a16="http://schemas.microsoft.com/office/drawing/2014/main" id="{CABADC25-4758-F643-C641-55A2CAC5311A}"/>
              </a:ext>
            </a:extLst>
          </p:cNvPr>
          <p:cNvSpPr txBox="1"/>
          <p:nvPr/>
        </p:nvSpPr>
        <p:spPr>
          <a:xfrm>
            <a:off x="9443925" y="7654225"/>
            <a:ext cx="102468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TẬP DỮ LIỆU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2;p1">
            <a:extLst>
              <a:ext uri="{FF2B5EF4-FFF2-40B4-BE49-F238E27FC236}">
                <a16:creationId xmlns:a16="http://schemas.microsoft.com/office/drawing/2014/main" id="{CC5935C3-9EBD-28A4-B057-1281F5EE69F2}"/>
              </a:ext>
            </a:extLst>
          </p:cNvPr>
          <p:cNvSpPr txBox="1"/>
          <p:nvPr/>
        </p:nvSpPr>
        <p:spPr>
          <a:xfrm>
            <a:off x="1868375" y="20942825"/>
            <a:ext cx="120234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KẾT QUẢ THỰC NGHIỆM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3;p1">
            <a:extLst>
              <a:ext uri="{FF2B5EF4-FFF2-40B4-BE49-F238E27FC236}">
                <a16:creationId xmlns:a16="http://schemas.microsoft.com/office/drawing/2014/main" id="{A6910001-B2F0-7FDC-60AC-811679C9BCE9}"/>
              </a:ext>
            </a:extLst>
          </p:cNvPr>
          <p:cNvSpPr/>
          <p:nvPr/>
        </p:nvSpPr>
        <p:spPr>
          <a:xfrm>
            <a:off x="14332400" y="21470811"/>
            <a:ext cx="5047200" cy="5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endParaRPr/>
          </a:p>
        </p:txBody>
      </p:sp>
      <p:sp>
        <p:nvSpPr>
          <p:cNvPr id="32" name="Google Shape;114;p1">
            <a:extLst>
              <a:ext uri="{FF2B5EF4-FFF2-40B4-BE49-F238E27FC236}">
                <a16:creationId xmlns:a16="http://schemas.microsoft.com/office/drawing/2014/main" id="{913D6C69-6E19-37B3-3966-9F67AC4BDE9C}"/>
              </a:ext>
            </a:extLst>
          </p:cNvPr>
          <p:cNvSpPr txBox="1"/>
          <p:nvPr/>
        </p:nvSpPr>
        <p:spPr>
          <a:xfrm>
            <a:off x="14407250" y="20942826"/>
            <a:ext cx="48975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432FF"/>
                </a:solidFill>
                <a:latin typeface="Montserrat"/>
                <a:ea typeface="Montserrat"/>
                <a:cs typeface="Montserrat"/>
                <a:sym typeface="Montserrat"/>
              </a:rPr>
              <a:t>🕮 KẾT LUẬN</a:t>
            </a:r>
            <a:endParaRPr>
              <a:solidFill>
                <a:srgbClr val="043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433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 SemiBold</vt:lpstr>
      <vt:lpstr>Montserrat Light</vt:lpstr>
      <vt:lpstr>Montserrat</vt:lpstr>
      <vt:lpstr>Arial</vt:lpstr>
      <vt:lpstr>Times New Roman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Thanh-An NGUYEN</cp:lastModifiedBy>
  <cp:revision>4</cp:revision>
  <dcterms:created xsi:type="dcterms:W3CDTF">2006-08-16T00:00:00Z</dcterms:created>
  <dcterms:modified xsi:type="dcterms:W3CDTF">2024-09-22T08:28:35Z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1033-12.2.0.13215</vt:lpwstr>
  </property>
</Properties>
</file>